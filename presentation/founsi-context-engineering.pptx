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 Yes.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32841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No-compaction baseline collapses with length: 0.62 down to 0.12 by 32 sources.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compaction (recency, semantic) holds flat near 0.58.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Crossover around 16 sources: compaction goes from tied to decisively better.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 (0.08). 8b dev; the effect is the lost-in-the-middle escape.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EXP-003A · APPLIED FRAMES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On a real task, the metric flips the result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a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real research agent answers FRAMES multi-hop questions under each policy.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Substring scoring made the reversible-hybrid look worst, at 0.21.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LLM judge, which credits paraphrase, flipped it to best, at 0.62.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 low pressure all four cluster near 0.6: compaction barely fires (~1 event).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EXP-003B · THE COMPACTION BAKE-OFF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Under pressure, the policies separate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b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 arms, 30 questions, high pressure (9 to 18 compactions each), judged.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recency, the shipped default, is dominated by truncation: same accuracy, 7x cost.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 scores 0.50 at 5x the cost. Isolation is expensive here.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0.57 and importance 0.50 lead; reversible-hybrid is on the frontier at 0.47.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EXP-003C · THE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Stronger models widen the smart-vs-blind gap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c_modelaxis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 arms across 3 agent models: 8B, 70B, and a reasoning model. Judge held at 70B.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Blind truncation never improves: 0.37, 0.27, 0.40 — a better model can't recover dropped context.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structure or retrieval arm climbs; the gap to truncation grows from ~0.2 to ~0.3.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 the reasoning model, importance and our reversible-hybrid lead at 0.70.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EXP-003c done: the model axis shows the smart-vs-blind gap widens with capability.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EXP-004: LoCoMo conversational memory, the second domain.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Hold the summarizer constant across tiers; larger N for tighter error bars.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arm;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Middle,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2404.06654 · HELMET 2410.02694 · NoLiMa 2502.05167.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2310.08560 · Mem0 2504.19413 · ACON 2510.00615.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LLM-as-a-Judge,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2409.12941 · LoCoMo 2402.17753.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.claude/worktrees/sleepy-sinoussi-00c73b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2026-06-21T17:49:21Z</dcterms:created>
  <dcterms:modified xsi:type="dcterms:W3CDTF">2026-06-21T17:49:21Z</dcterms:modified>
</cp:coreProperties>
</file>