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engineering, defined.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Deciding what the model sees on every turn.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stateless. Each turn, the harness hands it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 engineering writes the instruction. Context engineering manages the whole working set: what to keep, summarize, externalize, and drop.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It's the difference between an agent that runs for 5 steps and one that runs for 50.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scales — you re-send the whole history every single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Latency scales — time-to-first-token grows with prompt length.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dilutes — the model gets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it dies — drifts, repeats, forgets the goal, hits the hard limit.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60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 a </a:t>
            </a:r>
            <a:pPr algn="ctr" indent="0" marL="0">
              <a:buNone/>
            </a:pPr>
            <a:r>
              <a:rPr lang="en-US" sz="33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budget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not a </a:t>
            </a:r>
            <a:pPr algn="ctr" indent="0" marL="0">
              <a:buNone/>
            </a:pPr>
            <a:r>
              <a:rPr lang="en-US" sz="33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backpack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80160" y="34290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ceiling, not the curve. Engineer the working set and keep it roughly constant — no matter how long the run.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EXISTS · 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is fighting the window.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 is best.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 work compresses a static prompt or RAG passages — to cut latency.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policy that ships in real agents — “summarize the stale middle” — is applied to an evolving transcript, and is essentially unmeasured against its alternatives.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preserves the most facts per token? That's the open question.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I built a harness to measure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I'M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loop is trivial. The harness is the point.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 — never dropped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 before they enter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These five moves are the part you build.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middle, drop the raw turns.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Replace the stale middle with one dense summary; throw the raw turns away.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—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compaction bake-off.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ways of forgetting: truncate · recency · importance · semantic.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“needle” facts in the sources; count how many survive each policy.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Metric: needle recall per token — objective, no LLM-judge.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models, every prompt + result saved. Reproducible.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448056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EARLY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Truncation is the floor. Summaries win — at a cost.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Truncate: cheapest, loses most.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preserve ~2-3x more facts.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confirmation is running next.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000" b="1" i="1" dirty="0">
                <a:solidFill>
                  <a:srgbClr val="CADCFC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0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461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033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the repo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56032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project, and every experiment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What's in the repo · the protocol · EXP-001 results · EXP-002 plan · roadmap.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24688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45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compaction bake-off (bench/ pkg)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bench/       config · policies · window · runner · analyze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11 offline tests (no API key needed)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agent loop), then harness/context.py (the heart).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first — stated before any code is written.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experiments/runs/EXP-NNN__slug__&lt;UTC&gt;/ with: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manifest.yaml (config + git sha + deps) · prompts.jsonl (every LLM call) · results.csv · figures/ · README.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Figures in publication style (figstyle.py); rate-limited + cached so reruns are free.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can clone the repo and reproduce the figure.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a budget B* trades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43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the real model writes the summaries.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metrics — fidelity (literal survival, scores the policy) vs probe (model recall@length).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dev model on free NVIDIA NIM; paced + backed-off + cached; every prompt saved.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Upper-left wins: more recall per token.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best at B*=1000 (8b).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as a fraction (poolable across needle counts).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(honest now).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 at small budgets.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raw context, measures recall vs length.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Exceed the model's max window -&gt; context_overflow: the agent dies.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EXP-002 · LENGTH-DEGRADATION (IN PROGRESS)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Does compaction beat raw context?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 raw context grows, the no-compaction baseline's recall degrades (lost-in-the-middle); fixed-budget compaction holds recall higher at long lengths — the crossover is where compaction becomes net-positive.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Design: fast 8b, fixed budget (2000), run-lengths {8, 16, 32, 48} (~3k-21k tokens), 3 seeds.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Expectation: baseline recall drops with length; recency stays flatter; they cross.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Success = a measured crossover point — compaction as recall-positive, not just survival.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— length degradation (running) · EXP-003 — 70b confirmation, the 128k ceiling.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Lost-in-the-middle: recall by needle depth (data already logged).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eval datasets (RULER / LongBench / BABILong) via HF datasets.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baseline arm to beat.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 B — the live agent loop. 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— Liu et al., arXiv:2307.03172.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— Hsieh et al., 2404.06654 · HELMET — Yen et al., 2410.02694.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— Packer et al., 2310.08560 · LLMLingua — Jiang et al., 2310.05736.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 — Zheng et al., 2306.05685.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Effective context engineering for AI agents — Anthropic, 2025.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Read the write-ups. Say hi.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1168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429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.claude/worktrees/sleepy-sinoussi-00c73b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011680"/>
            <a:ext cx="1371600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11880" y="3429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.claude/worktrees/sleepy-sinoussi-00c73b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011680"/>
            <a:ext cx="1371600" cy="1371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0" y="34290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54864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 QR — add your URL (placeholder)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2026-06-19T18:27:17Z</dcterms:created>
  <dcterms:modified xsi:type="dcterms:W3CDTF">2026-06-19T18:27:17Z</dcterms:modified>
</cp:coreProperties>
</file>