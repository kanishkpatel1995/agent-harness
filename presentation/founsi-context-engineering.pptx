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Keeping a long-running agent from falling apart.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engineering, defined.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Deciding what the model sees on every turn.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548640" y="214884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stateless. Each turn, the harness hands it one list of messages — and that list IS the agent's entire mind for that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Prompt engineering writes the instruction. Context engineering manages the whole working set: what to keep, summarize, externalize, and drop.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It's the difference between an agent that runs for 5 steps and one that runs for 50.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Brilliant at 5 steps. Dead at 50.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91640"/>
            <a:ext cx="46634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Cost scales — you re-send the whole history every single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Latency scales — time-to-first-token grows with prompt length.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dilutes — the model gets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Then it dies — drifts, repeats, forgets the goal, hits the hard limit.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solidFill>
            <a:srgbClr val="F7C1C1"/>
          </a:solidFill>
          <a:ln/>
        </p:spPr>
      </p:sp>
      <p:sp>
        <p:nvSpPr>
          <p:cNvPr id="9" name="Text 6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2D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context_length_exceeded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76072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51 →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6916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context window is a </a:t>
            </a:r>
            <a:pPr algn="ctr" indent="0" marL="0">
              <a:buNone/>
            </a:pPr>
            <a:r>
              <a:rPr lang="en-US" sz="33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budget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,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not a </a:t>
            </a:r>
            <a:pPr algn="ctr" indent="0" marL="0">
              <a:buNone/>
            </a:pPr>
            <a:r>
              <a:rPr lang="en-US" sz="3300" b="1" i="1" dirty="0">
                <a:solidFill>
                  <a:srgbClr val="655E7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backpack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80160" y="34290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bigger window raises the ceiling, not the curve. Engineer the working set and keep it roughly constant — no matter how long the run.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EXISTS · 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is fighting the window.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names the moves — compaction, structured note-taking, “context rot.”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Cognition (Devin)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“context engineering is the #1 job”; don't fragment it across agents.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· LlamaIndex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abstractions — summary buffers, vector memory.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·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treat the window like RAM; page facts to an external store.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from a store instead of stuffing the prompt.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compacts. Nobody measured which way is best.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 work compresses a static prompt or RAG passages — to cut latency.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policy that ships in real agents — “summarize the stale middle” — is applied to an evolving transcript, and is essentially unmeasured against its alternatives.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preserves the most facts per token? That's the open question.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I built a harness to measure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I'M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loop is trivial. The harness is the point.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 prompt — never dropped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oversized tool outputs before they enter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middle, drop the raw turns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findings live in a file, not the window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 / tokens / dollars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a commodity you rent. These five moves are the part you build.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Compact: summarize the middle, drop the raw turns.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 budget? Replace the stale middle with one dense summary; throw the raw turns away.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the middle? It's the low-attention zone anyway —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gotcha: never split a tool-call from its result — real APIs reject that transcript.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Lossy on purpose — safe only because findings were externalized to disk.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Watch the context bar grow, cross the threshold, COMPACT, snap back — and keep going.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    ·     cat run/notes.md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ZERO TO 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compaction bake-off.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Four ways of forgetting: truncate · recency · importance · semantic.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Plant checkable “needle” facts in the sources; count how many survive each policy.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Metric: needle recall per token — objective, no LLM-judge.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Free NVIDIA models, every prompt + result saved. Reproducible.</a:t>
            </a:r>
            <a:endParaRPr lang="en-US" sz="1500" dirty="0"/>
          </a:p>
        </p:txBody>
      </p:sp>
      <p:pic>
        <p:nvPicPr>
          <p:cNvPr id="8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71600"/>
            <a:ext cx="4480560" cy="3035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EARLY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Truncation is the floor. Summaries win — at a cost.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Truncate: cheapest, loses most.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preserve ~2-3x more facts.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edges it at B*=1000 (8b dev).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70b confirmation is running next.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a commodity you </a:t>
            </a:r>
            <a:pPr algn="ctr" indent="0" marL="0">
              <a:buNone/>
            </a:pPr>
            <a:r>
              <a:rPr lang="en-US" sz="3000" b="1" i="1" dirty="0">
                <a:solidFill>
                  <a:srgbClr val="CADCFC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rent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331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harness is the part you </a:t>
            </a:r>
            <a:pPr algn="ctr" indent="0" marL="0">
              <a:buNone/>
            </a:pPr>
            <a:r>
              <a:rPr lang="en-US" sz="30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build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24612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70332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Clone the repo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560320" y="4370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github.com/kanishkpatel1995/agent-harness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whole project, and every experiment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What's in the repo · the protocol · EXP-001 results · EXP-002 plan · roadmap.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READ THIS REPO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What's in the project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8046720" cy="246888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4592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agent-harness/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harness/        the teaching harness: the loop + ContextManager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experiments/    the research: compaction bake-off (bench/ pkg)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bench/       config · policies · window · runner · analyze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runs/        one folder per run: manifest + prompts + results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docs/research-track/   curriculum · paper · literature · protocol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presentation/   this deck + Founsi brand + figures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tests/          11 offline tests (no API key needed)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at harness/loop.py (the agent loop), then harness/context.py (the heart).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KEEP IT HONEST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experiment is a traceable run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 + assumptions first — stated before any code is written.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 writes experiments/runs/EXP-NNN__slug__&lt;UTC&gt;/ with: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manifest.yaml (config + git sha + deps) · prompts.jsonl (every LLM call) · results.csv · figures/ · README.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Figures in publication style (figstyle.py); rate-limited + cached so reruns are free.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bar: a stranger can clone the repo and reproduce the figure.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COMPACTION-BAKEOFF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Hypothesis &amp; assumptions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 a fixed token budget, summary-based compaction (recency / importance / semantic) preserves more needle-facts per token than truncation, and a budget B* trades fact-loss against lost-in-the-middle.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Assumptions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743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Needle-fact recall is a valid proxy for task-relevant information retention.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approx_tokens (~4 chars/token) is acceptable for budget gating.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summarizer model is held fixed across policies within a run.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Coined needle tokens are recoverable only from context, not model priors.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transcripts approximate real agent compaction dynamics.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Mode A — the controlled probe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a needle-bearing transcript (deterministic, seeded) up to run-length L.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it under budget B with each policy — the real model writes the summaries.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Probe: ask the model to recover the planted facts from the compacted window.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metrics — fidelity (literal survival, scores the policy) vs probe (model recall@length).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dev model on free NVIDIA NIM; paced + backed-off + cached; every prompt saved.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Quality vs cost by policy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Upper-left wins: more recall per token.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cluster higher.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best at B*=1000 (8b).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Needle recall by policy &amp; budget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Recall as a fraction (poolable across needle counts).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Error bars = sd across seeds (honest now).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 is tail-bound at small budgets.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No-compaction baseline &amp; the wall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baseline_recall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Baseline grows raw context, measures recall vs length.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Exceed the model's max window -&gt; context_overflow: the agent dies.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is the fix; we measure the deaths it prevents.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THREATS TO VALIDITY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could make this wrong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data + simulated agent — not a live decision-making run (Mode B is next).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 recall is a proxy for diffuse understanding; score normalization is a choice.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under-reads (weak instruction-following) — final numbers need 70b.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Single task domain; importance/semantic are crude heuristics, not embeddings.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EXP-002 · LENGTH-DEGRADATION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Does compaction beat raw context? Yes.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2_recall_vs_length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32841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No-compaction baseline collapses with length: 0.62 down to 0.12 by 32 sources.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compaction (recency, semantic) holds flat near 0.58.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Crossover around 16 sources: compaction goes from tied to decisively better.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 (0.08). 8b dev; the effect is the lost-in-the-middle escape.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EXP-003A · APPLIED FRAMES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On a real task, the metric flips the result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3a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real research agent answers FRAMES multi-hop questions under each policy.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Substring scoring made the reversible-hybrid look worst, at 0.21.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LLM judge, which credits paraphrase, flipped it to best, at 0.62.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 low pressure all four cluster near 0.6: compaction barely fires (~1 event).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EXP-003B · THE COMPACTION BAKE-OFF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Under pressure, the policies separate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3b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918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 arms, 30 questions, high pressure (9 to 18 compactions each), judged.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recency, the shipped default, is dominated by truncation: same accuracy, 7x cost.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sub-agent isolation scores 0.50 at 5x the cost. Isolation is expensive here.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0.57 and importance 0.50 lead; reversible-hybrid is on the frontier at 0.47.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EXP-003C · THE MODEL AXIS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Stronger models widen the smart-vs-blind gap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3c_modelaxis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00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 arms across 3 agent models: 8B, 70B, and a reasoning model. Judge held at 70B.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Blind truncation never improves: 0.37, 0.27, 0.40 — a better model can't recover dropped context.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structure or retrieval arm climbs; the gap to truncation grows from ~0.2 to ~0.3.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 the reasoning model, importance and our reversible-hybrid lead at 0.70.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EXP-004 · CROSS-DOMAIN TRANSFER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ranking inverts — but the hybrid wins both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4_transfer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918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5 arms on LoCoMo (conversational memory) vs FRAMES (multi-hop factual).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Ranking inverts: on LoCoMo retrieval wins (externalize 0.55), pure summary loses (semantic 0.27).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Specific scattered facts survive a retrievable copy; they get smoothed away in a summary.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is top group in BOTH domains (0.47 / 0.54) — it keeps both.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WHERE THIS GOES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Roadmap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EXP-003c + 004 done: the gap widens with capability, and the hybrid transfers across domains.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70b and reasoning tiers on LoCoMo; summarizer held constant across tiers.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Larger N for tighter error bars; LangChain summary-memory as a baseline arm.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Then the paper.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literature this stands on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Middle, Liu et al., arXiv:2307.03172.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RULER 2404.06654 · HELMET 2410.02694 · NoLiMa 2502.05167.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2310.08560 · Mem0 2504.19413 · ACON 2510.00615.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Judging LLM-as-a-Judge, Zheng et al., 2306.05685.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FRAMES 2409.12941 · LoCoMo 2402.17753.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Clone it. Read the write-ups. Say hi.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100" dirty="0"/>
          </a:p>
        </p:txBody>
      </p:sp>
      <p:pic>
        <p:nvPicPr>
          <p:cNvPr id="6" name="Image 1" descr="/Users/kanishk/Desktop/agent-harness/.claude/worktrees/sleepy-sinoussi-00c73b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10312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69748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100" dirty="0"/>
          </a:p>
        </p:txBody>
      </p:sp>
      <p:pic>
        <p:nvPicPr>
          <p:cNvPr id="8" name="Image 2" descr="/Users/kanishk/Desktop/agent-harness/.claude/worktrees/sleepy-sinoussi-00c73b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03120"/>
            <a:ext cx="1143000" cy="1143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80060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 · @above_almighty</a:t>
            </a:r>
            <a:endParaRPr lang="en-US" sz="1100" dirty="0"/>
          </a:p>
        </p:txBody>
      </p:sp>
      <p:pic>
        <p:nvPicPr>
          <p:cNvPr id="10" name="Image 3" descr="/Users/kanishk/Desktop/agent-harness/.claude/worktrees/sleepy-sinoussi-00c73b/presentation/assets/qr/qr_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2103120"/>
            <a:ext cx="1143000" cy="1143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90372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1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</dc:title>
  <dc:subject>PptxGenJS Presentation</dc:subject>
  <dc:creator>Kanishk Patel</dc:creator>
  <cp:lastModifiedBy>Kanishk Patel</cp:lastModifiedBy>
  <cp:revision>1</cp:revision>
  <dcterms:created xsi:type="dcterms:W3CDTF">2026-06-21T20:24:40Z</dcterms:created>
  <dcterms:modified xsi:type="dcterms:W3CDTF">2026-06-21T20:24:40Z</dcterms:modified>
</cp:coreProperties>
</file>