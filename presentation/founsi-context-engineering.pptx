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194560" cy="3488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 TINKERERS · CALGARY · JUNE 23, 2026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Context Engineering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48640" y="2606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Inside the Harness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way of forgetting keeps a long-running agent alive?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Kanishk Patel</a:t>
            </a:r>
            <a:pPr indent="0" marL="0">
              <a:buNone/>
            </a:pPr>
            <a:r>
              <a:rPr lang="en-US" sz="12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·   Founsi AI   ·   Learn Agentic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TITLE, UNPACKED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Three words, one thesis.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6916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 engineering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deciding what the model sees on every single turn — the working set, not the prompt.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3500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Long-running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agents that take 50+ steps, where the transcript outgrows the window.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008376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300837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Inside the harness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code around the model — pin, truncate, compact, externalize, cap — is where you win or lose.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Thesis:  </a:t>
            </a:r>
            <a:pPr indent="0" marL="0">
              <a:buNone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model is a commodity you rent; the harness is the part you build — and </a:t>
            </a:r>
            <a:pPr indent="0" marL="0">
              <a:buNone/>
            </a:pPr>
            <a:r>
              <a:rPr lang="en-US" sz="14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way it forgets decides whether the agent survives.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LONG-RUNNING AGENTS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loop is trivial. The transcript is not.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Perceive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tool results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0" y="1600200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Think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LLM call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1600200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 a tool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60320" y="1965960"/>
            <a:ext cx="109728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577840" y="1965960"/>
            <a:ext cx="82296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360920" y="2377440"/>
            <a:ext cx="0" cy="50292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360920" y="2880360"/>
            <a:ext cx="-5852160" cy="0"/>
          </a:xfrm>
          <a:prstGeom prst="line">
            <a:avLst/>
          </a:prstGeom>
          <a:noFill/>
          <a:ln w="22225">
            <a:solidFill>
              <a:srgbClr val="9378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508760" y="2880360"/>
            <a:ext cx="0" cy="-502920"/>
          </a:xfrm>
          <a:prstGeom prst="line">
            <a:avLst/>
          </a:prstGeom>
          <a:noFill/>
          <a:ln w="22225">
            <a:solidFill>
              <a:srgbClr val="9378FF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66344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turn appends to the message list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342900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model is stateless — each turn it gets ONE list of messages, and that list is the agent's entire mind.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loop appends: tool outputs, reasoning, results. The working set only grows.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LONG-RUNNING AGENTS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Brilliant at 5 steps. Dead at 50.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scales — you re-send the whole history every single turn.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Latency scales — time-to-first-token grows with prompt length.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Attention dilutes — the model gets lost in the middle.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Then it dies — drifts, repeats, forgets the goal, hits the hard limit.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760720" y="2011680"/>
            <a:ext cx="2743200" cy="502920"/>
          </a:xfrm>
          <a:prstGeom prst="rect">
            <a:avLst/>
          </a:prstGeom>
          <a:solidFill>
            <a:srgbClr val="F7C1C1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context_length_exceeded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51 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REFRAME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context window is a </a:t>
            </a:r>
            <a:pPr algn="ctr" indent="0" marL="0">
              <a:buNone/>
            </a:pPr>
            <a:r>
              <a:rPr lang="en-US" sz="3300" b="1" i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budget</a:t>
            </a:r>
            <a:pPr algn="ctr" indent="0" marL="0">
              <a:buNone/>
            </a:pPr>
            <a:r>
              <a:rPr lang="en-US" sz="3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not a </a:t>
            </a:r>
            <a:pPr algn="ctr" indent="0" marL="0">
              <a:buNone/>
            </a:pPr>
            <a:r>
              <a:rPr lang="en-US" sz="3300" b="1" i="1" dirty="0">
                <a:solidFill>
                  <a:srgbClr val="655E7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backpack</a:t>
            </a:r>
            <a:pPr algn="ctr" indent="0" marL="0">
              <a:buNone/>
            </a:pPr>
            <a:r>
              <a:rPr lang="en-US" sz="3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80160" y="34290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bigger window raises the ceiling, not the curve. Engineer the working set and keep it roughly constant — no matter how long the run.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WHY IT BREAKS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long raw context is worse than a short clean one.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1" descr="/Users/kanishk/Desktop/agent-harness/.claude/worktrees/sleepy-sinoussi-00c73b/presentation/figures/EXP-002_recall_vs_length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33284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50876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Lost-in-the-middle: as context grows, the model attends to the ends, not the middle.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Raw no-compaction collapses 0.62 → 0.12 as the run lengthens.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Compaction holds flat near 0.58 — a short clean summary beats a long raw transcript.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 compaction is net-positive, not just survival.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JOB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Compaction: summarize the middle, drop the raw turns.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 budget? Replace the stale middle with one dense summary; throw the raw turns away.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the middle? It's the low-attention zone anyway — lost in the middle.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gotcha: never split a tool-call from its result — real APIs reject that transcript (we preserve the pairing in _safe_split).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Lossy on purpose — and the whole question is: lossy which way?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TECHNIQUES · THE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Everyone compacts. Nobody measured which way is best.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6002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Anthropic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names the moves — compaction, structured note-taking, “context rot.”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203704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2037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Cognition (Devin)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“context engineering is the #1 job”; don't fragment it across agents.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807208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28072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LangChain · LlamaIndex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memory abstractions — summary buffers, vector memory.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410712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34107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MemGPT · Letta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treat the window like RAM; page facts to an external store.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014216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401421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RAG (Lewis, 2020)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retrieve from a store instead of stuffing the prompt.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TECHNIQUES ·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Seven ways to forget (cost = relative tokens).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policy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1168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634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keeps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1773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truncate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011680" y="17739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 the oldest raw turns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63440" y="17739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recent only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89520" y="17739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21762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recency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011680" y="2176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summarize stale middle (shipped default)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63440" y="2176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 + recent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89520" y="21762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$$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2578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importance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011680" y="2578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 highest-signal turns verbatim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63440" y="2578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turns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589520" y="25786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$$$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29809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011680" y="29809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cluster by topic, summarize each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663440" y="2980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topic structure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589520" y="29809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$$$$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externalize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01168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write raw to a store, retrieve at answer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66344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(indexed)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589520" y="3383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8640" y="37856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subagent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011680" y="37856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isolate sub-tasks in fresh windows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663440" y="37856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per-task context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589520" y="37856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$$$$$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" y="4169664"/>
            <a:ext cx="8183880" cy="402336"/>
          </a:xfrm>
          <a:prstGeom prst="rect">
            <a:avLst/>
          </a:prstGeom>
          <a:solidFill>
            <a:srgbClr val="EFEBFF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4187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reversible_hybrid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2011680" y="4187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 in window + raw retrievable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663440" y="4187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589520" y="41879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$$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TECHNIQUES ·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Drop it, or summarize the middle.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B4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truncate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194560" y="155448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[old … recent]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87452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3749040" y="155448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 old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LLM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0640" y="187452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5394960" y="1554480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recent only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facts lost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94560" y="22311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Cheapest. Loses the most — old facts vanish without a trace.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F0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recency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194560" y="310896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[old … recent]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74720" y="342900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3749040" y="31089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summarize middle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LLM call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94960" y="342900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5669280" y="310896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 + recent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stale flattened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94560" y="37856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default in Claude Code / LangChain. Flattens the middle into one summary.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are summary-or-drop: once a fact leaves the window, only the (possibly lossy) summary remains.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TECHNIQUES ·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Keep the signal, or cluster the topics.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importance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194560" y="155448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[turns]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87452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3749040" y="155448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rank by signal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score turns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03520" y="187452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5577840" y="155448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 top verbatim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 kept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94560" y="22311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Keeps the highest-signal turns word-for-word; drops the chatter.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9E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194560" y="310896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[turns]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74720" y="342900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3749040" y="31089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cluster by topic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94960" y="342900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5669280" y="31089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summarize each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topic map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94560" y="37856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Groups by topic, summarizes each cluster — preserves the shape of the work.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Structure-preserving: these led on FRAMES factual QA, where a summarized reasoning chain helps.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TECHNIQUES ·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Page it out, or spin up a fresh mind.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externalize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194560" y="155448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[turns]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87452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3749040" y="155448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write raw → store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187452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5760720" y="155448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retrieve at answer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k-NN lookup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94560" y="22311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Pages raw turns to a vector store; pulls the relevant ones back at answer time.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subagent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194560" y="310896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sub-goal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74720" y="342900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3749040" y="310896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fresh 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isolated run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0" y="3429000"/>
            <a:ext cx="27432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5577840" y="31089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 result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5x the cost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94560" y="37856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Isolates a sub-task in its own clean window — the multi-agent move. Expensive.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Retrieval-based: externalize keeps the literal fact, which wins on conversational memory.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OUR 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reversible-hybrid: keep the summary AND the raw.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stale window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[old turns]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40280" y="2286000"/>
            <a:ext cx="41148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2697480" y="132588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EFEBFF"/>
          </a:solidFill>
          <a:ln w="15875">
            <a:solidFill>
              <a:srgbClr val="9378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the window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97480" y="242316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F4F2F8"/>
          </a:solidFill>
          <a:ln w="15875">
            <a:solidFill>
              <a:srgbClr val="2E2C3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raw turns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embedding store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51760" y="2011680"/>
            <a:ext cx="45720" cy="-27432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651760" y="2606040"/>
            <a:ext cx="45720" cy="27432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029200" y="132588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EFEBFF"/>
          </a:solidFill>
          <a:ln w="15875">
            <a:solidFill>
              <a:srgbClr val="9378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answer 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 + recent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34840" y="1691640"/>
            <a:ext cx="59436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434840" y="2788920"/>
            <a:ext cx="2331720" cy="-502920"/>
          </a:xfrm>
          <a:prstGeom prst="line">
            <a:avLst/>
          </a:prstGeom>
          <a:noFill/>
          <a:ln w="22225">
            <a:solidFill>
              <a:srgbClr val="2E2C32"/>
            </a:solidFill>
            <a:prstDash val="dash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7040880" y="169164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F4F2F8"/>
          </a:solidFill>
          <a:ln w="15875">
            <a:solidFill>
              <a:srgbClr val="2E2C3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retrieve top-k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raw, on demand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6560" y="1737360"/>
            <a:ext cx="274320" cy="18288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48640" y="3703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summary keeps the gist cheaply in-window; the raw stays losslessly retrievable. It is the only policy that hedges both ways.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4069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Novel here: prior memory systems do one or the other — we keep both and measure the payoff.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OUR 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Why we bet on it.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Summary-only loses specific facts (dates, numbers) — fatal on memory tasks.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Retrieval-only lacks the compressed reasoning chain — weaker on multi-hop factual tasks.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hybrid carries both, so it can pick up whichever mechanism the task needs.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Prediction: never the single best, but never in the loser group — robust across task type and model size.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That cross-domain robustness, not one peak score, is the case for keeping the raw retrievable.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WE TEST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Mechanism first, then impact.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Layer 1 · Mechanism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Does a planted fact survive a compaction? Does compaction beat raw as context grows?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645920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EFEBFF"/>
          </a:solidFill>
          <a:ln w="15875">
            <a:solidFill>
              <a:srgbClr val="9378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Layer 2 · Impact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a real agent answering real questions, which policy wins, and at what cost?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2103120"/>
            <a:ext cx="365760" cy="0"/>
          </a:xfrm>
          <a:prstGeom prst="line">
            <a:avLst/>
          </a:prstGeom>
          <a:noFill/>
          <a:ln w="22225">
            <a:solidFill>
              <a:srgbClr val="9378FF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548640" y="283464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minimal, readable agent harness — the loop is ~100 lines; the ContextManager is the point.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run is a traceable folder: manifest + every prompt + results + figures (reproducible).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bar: a stranger clones the repo and regenerates the figure.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DATASETS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Two task types, on purpose.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3657600" cy="502920"/>
          </a:xfrm>
          <a:prstGeom prst="roundRect">
            <a:avLst>
              <a:gd name="adj" fmla="val 12727"/>
            </a:avLst>
          </a:prstGeom>
          <a:solidFill>
            <a:srgbClr val="EFEBFF"/>
          </a:solidFill>
          <a:ln w="15875">
            <a:solidFill>
              <a:srgbClr val="9378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FRAMES — multi-hop factual QA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194560"/>
            <a:ext cx="109728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multi-hop question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874520" y="2194560"/>
            <a:ext cx="109728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A1..A5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gold Wikipedia articles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08960" y="2194560"/>
            <a:ext cx="109728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answer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reason across them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737360" y="2514600"/>
            <a:ext cx="13716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971800" y="2514600"/>
            <a:ext cx="13716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824 questions · oracle retrieval isolates compaction from search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1554480"/>
            <a:ext cx="3657600" cy="502920"/>
          </a:xfrm>
          <a:prstGeom prst="roundRect">
            <a:avLst>
              <a:gd name="adj" fmla="val 12727"/>
            </a:avLst>
          </a:prstGeom>
          <a:solidFill>
            <a:srgbClr val="F4F2F8"/>
          </a:solidFill>
          <a:ln w="15875">
            <a:solidFill>
              <a:srgbClr val="2E2C3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LoCoMo — conversational memory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63440" y="2194560"/>
            <a:ext cx="8229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S1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96128" y="2194560"/>
            <a:ext cx="8229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28816" y="2194560"/>
            <a:ext cx="8229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…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461504" y="2194560"/>
            <a:ext cx="822960" cy="640080"/>
          </a:xfrm>
          <a:prstGeom prst="roundRect">
            <a:avLst>
              <a:gd name="adj" fmla="val 10000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S19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sessions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634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convos · ~19 sessions · ~150 Qs each — facts scattered across the history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342900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FRAMES rewards a summarized reasoning chain; LoCoMo rewards exact scattered facts.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the winner transfers across both, it is a property of the policy, not the benchmark.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we measure, and why it's honest.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91440" cy="475488"/>
          </a:xfrm>
          <a:prstGeom prst="rect">
            <a:avLst/>
          </a:prstGeom>
          <a:solidFill>
            <a:srgbClr val="9378F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6002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LLM-as-judge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credits a correct-but-paraphrased answer; substring match inverted the ranking (EXP-003a).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203704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2037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Accuracy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fraction of questions answered correctly, judged by a fixed 70B.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807208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28072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tokens billed per cell — the x-axis of every Pareto plot.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410712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34107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Latency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per-call wall-clock, by model (approximate — observed, not logged per cell).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014216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401421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Pressure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compaction events per question; policy only matters when pressure is high.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capability axis, on the free tier.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6916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Llama 3.1 8B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small instruct — the dev model; fast, cheap, runs the bulk of cells.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3500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Llama 3.3 70B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large instruct — does the 8B ranking hold as the model gets stronger?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008376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300837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Nemotron 30B-A3B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reasoning model — does answer-time reasoning change the ranking? (FRAMES)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666744"/>
            <a:ext cx="91440" cy="475488"/>
          </a:xfrm>
          <a:prstGeom prst="rect">
            <a:avLst/>
          </a:prstGeom>
          <a:solidFill>
            <a:srgbClr val="9378FF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366674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70B judge (fixed)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same grader across every arm and model — the metric held constant.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" y="4114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on the free NVIDIA NIM API. Every prompt + response saved; the response cache makes re-runs free.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RESULTS ·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Facts survive, and compaction beats raw.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</a:t>
            </a:r>
            <a:endParaRPr lang="en-US" sz="900" dirty="0"/>
          </a:p>
        </p:txBody>
      </p:sp>
      <p:pic>
        <p:nvPicPr>
          <p:cNvPr id="7" name="Image 1" descr="/Users/kanishk/Desktop/agent-harness/.claude/worktrees/sleepy-sinoussi-00c73b/presentation/figures/EXP-002_recall_vs_length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33284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55448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EXP-001: planted facts survive a compaction — truncation drops them, summaries keep ~2-3x more.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EXP-002: the crossover — raw context collapses with length while compaction holds flat.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mechanism that explains every impact result below.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RESULTS ·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 pressure, the policies separate.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</a:t>
            </a:r>
            <a:endParaRPr lang="en-US" sz="900" dirty="0"/>
          </a:p>
        </p:txBody>
      </p:sp>
      <p:pic>
        <p:nvPicPr>
          <p:cNvPr id="7" name="Image 1" descr="/Users/kanishk/Desktop/agent-harness/.claude/worktrees/sleepy-sinoussi-00c73b/presentation/figures/EXP-003b_pareto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46304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 the metric: substring scoring made our hybrid look worst (0.21); the fair judge flipped it to best (0.62).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 high pressure the 7 arms separate on a clear Pareto frontier.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shipped default (recency) is dominated by plain truncation — 7x the cost, no gain.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Sub-agent isolation: 5x cost, no accuracy gain.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RESULTS · THE MODEL AXIS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Capability widens the smart-vs-blind gap.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</a:t>
            </a:r>
            <a:endParaRPr lang="en-US" sz="900" dirty="0"/>
          </a:p>
        </p:txBody>
      </p:sp>
      <p:pic>
        <p:nvPicPr>
          <p:cNvPr id="7" name="Image 1" descr="/Users/kanishk/Desktop/agent-harness/.claude/worktrees/sleepy-sinoussi-00c73b/presentation/figures/EXP-003c_modelaxis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46304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arms across 8B → 70B → reasoning, judge fixed at 70B.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Blind truncation never improves (0.37, 0.27, 0.40) — a better model can't recover dropped context.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structure/retrieval arm climbs; the gap to truncation grows ~0.2 → ~0.3.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reversible-hybrid leads at 0.70 on the reasoning model.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RESULTS · CROSS-DOMAIN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ranking inverts — but the hybrid wins both.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</a:t>
            </a:r>
            <a:endParaRPr lang="en-US" sz="900" dirty="0"/>
          </a:p>
        </p:txBody>
      </p:sp>
      <p:pic>
        <p:nvPicPr>
          <p:cNvPr id="7" name="Image 1" descr="/Users/kanishk/Desktop/agent-harness/.claude/worktrees/sleepy-sinoussi-00c73b/presentation/figures/EXP-004_transfer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46304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5 arms on LoCoMo (memory) vs FRAMES (factual).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Inversion: on memory, retrieval wins (externalize 0.55), pure summary collapses (semantic 0.27).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Specific scattered facts survive a retrievable copy; a summary smooths them away.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reversible-hybrid is top-group in BOTH domains (0.47 / 0.54) — it keeps both.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RESULTS · CAPABILITY ON MEMORY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Capability does not rescue summarization.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</a:t>
            </a:r>
            <a:endParaRPr lang="en-US" sz="900" dirty="0"/>
          </a:p>
        </p:txBody>
      </p:sp>
      <p:pic>
        <p:nvPicPr>
          <p:cNvPr id="7" name="Image 1" descr="/Users/kanishk/Desktop/agent-harness/.claude/worktrees/sleepy-sinoussi-00c73b/presentation/figures/EXP-004_modelaxis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46304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LoCoMo, 8B → 70B. The mirror of FRAMES: every line flat or falling.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Retrieval arms stay flat at the top (0.55, 0.53).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 arms fall — semantic 0.27 → 0.17 — the bigger model can't fill a fact the summary dropped.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Retrieval wins on memory at every model size.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RESULTS · THE FULL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One policy wins every cell.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43200" y="15544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FR-8B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23360" y="15544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FR-70B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0" y="15544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LC-8B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83680" y="15544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LC-70B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1984248"/>
            <a:ext cx="7680960" cy="457200"/>
          </a:xfrm>
          <a:prstGeom prst="rect">
            <a:avLst/>
          </a:prstGeom>
          <a:solidFill>
            <a:srgbClr val="EFEBFF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0116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reversible_hybrid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743200" y="20116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0.47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23360" y="20116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0.67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0" y="20116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83680" y="20116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2468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externalize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743200" y="24688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0.40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023360" y="24688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03520" y="24688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0" y="24688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2926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importance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743200" y="29260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023360" y="29260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0.60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303520" y="29260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0.26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83680" y="29260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0.23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48640" y="33832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743200" y="3383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0.57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023360" y="3383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0.53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303520" y="3383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0.27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583680" y="3383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0.17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8640" y="38404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truncate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2743200" y="38404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0.37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023360" y="38404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0.27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303520" y="38404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0.12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583680" y="38404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0.09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48640" y="45262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 = FRAMES (factual), LC = LoCoMo (memory). reversible-hybrid is in the top group of all four cells — the only arm that is.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RESULTS · COST &amp; LATENCY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each policy costs to run.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43200" y="15087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accuracy*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0" y="15087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tokens/q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0" y="1508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rel. latency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truncate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0" y="19659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0.37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0" y="19659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1.2k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19659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24231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externalize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43200" y="2423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0.40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0" y="2423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1.9k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0" y="24231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 (+embed)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" y="2852928"/>
            <a:ext cx="7955280" cy="457200"/>
          </a:xfrm>
          <a:prstGeom prst="rect">
            <a:avLst/>
          </a:prstGeom>
          <a:solidFill>
            <a:srgbClr val="EFEBFF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28803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reversible_hybrid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43200" y="28803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0.47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0" y="28803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9.9k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0" y="28803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moderate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33375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importance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743200" y="33375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0.50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0" y="33375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14.2k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00800" y="33375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slow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48640" y="37947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743200" y="37947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0.57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0" y="37947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18.7k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00800" y="3794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slowest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8640" y="4297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*FRAMES 8B high pressure (EXP-003b). Latency is per-call observed: 8B ~2s, 70B ~6-8s, nano ~5s; reasoning models bill ~6x tokens.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THROUGH-LINE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Six claims, now backed by evidence.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Policy matters only under pressure — at low pressure they tie.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metric must credit paraphrase — a careless metric inverts the ranking.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shipped default (recency summary) is weak — dominated by truncation under pressure.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smart-vs-blind gap widens with capability (FRAMES), and persists on memory (LoCoMo).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best single policy is task-dependent — summary on factual, retrieval on memory.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But the reversible-hybrid is robust: top group across task type AND model size. Keep the raw retrievable.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THIS MATCHES WHAT OTHERS SEE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We're not alone.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6002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Lost in the Middle (2307.03172)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long contexts attend to the ends — our EXP-002 crossover is the same effect.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203704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2037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MemGPT / Mem0 / Letta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facts to an external store — our externalize &amp; hybrid win exactly where memory matters.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807208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28072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ACON (2510.00615)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compress agent context; we add the which-way-is-best measurement.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410712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34107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Multi-agent debate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cost-normalized sub-agent arm favors the single-agent side on this task.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014216"/>
            <a:ext cx="91440" cy="475488"/>
          </a:xfrm>
          <a:prstGeom prst="rect">
            <a:avLst/>
          </a:prstGeom>
          <a:solidFill>
            <a:srgbClr val="D4C9FF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401421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RAG (Lewis, 2020)  </a:t>
            </a:r>
            <a:pPr indent="0" marL="0">
              <a:buNone/>
            </a:pPr>
            <a:r>
              <a:rPr lang="en-US" sz="12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retrieval-as-compaction — our hybrid is RAG fused with summary memory.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FUTURE WORK · HOW YOU CAN HELP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Where this goes next.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Hold the summarizer constant across tiers — isolate the answer model perfectly.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reasoning tier on LoCoMo; larger N for tight error bars; more domains (code, web).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Trained importance/semantic rankers instead of heuristics; a tuned reversible store.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LangChain summary-memory as a head-to-head baseline arm.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 can help: try a policy on your agent, add a dataset, or PR an arm. It's all reproducible.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E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FIND 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Clone it. Read the write-ups. Say hi.</a:t>
            </a:r>
            <a:endParaRPr lang="en-US" sz="3000" dirty="0"/>
          </a:p>
        </p:txBody>
      </p:sp>
      <p:pic>
        <p:nvPicPr>
          <p:cNvPr id="4" name="Image 0" descr="/Users/kanishk/Desktop/agent-harness/.claude/worktrees/sleepy-sinoussi-00c73b/presentation/assets/qr/qr_re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</a:t>
            </a:r>
            <a:endParaRPr lang="en-US" sz="1100" dirty="0"/>
          </a:p>
        </p:txBody>
      </p:sp>
      <p:pic>
        <p:nvPicPr>
          <p:cNvPr id="6" name="Image 1" descr="/Users/kanishk/Desktop/agent-harness/.claude/worktrees/sleepy-sinoussi-00c73b/presentation/assets/qr/qr_newsle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103120"/>
            <a:ext cx="1143000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9748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Learn Agentic AI</a:t>
            </a:r>
            <a:endParaRPr lang="en-US" sz="1100" dirty="0"/>
          </a:p>
        </p:txBody>
      </p:sp>
      <p:pic>
        <p:nvPicPr>
          <p:cNvPr id="8" name="Image 2" descr="/Users/kanishk/Desktop/agent-harness/.claude/worktrees/sleepy-sinoussi-00c73b/presentation/assets/qr/qr_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103120"/>
            <a:ext cx="1143000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0060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 · @above_almighty</a:t>
            </a:r>
            <a:endParaRPr lang="en-US" sz="1100" dirty="0"/>
          </a:p>
        </p:txBody>
      </p:sp>
      <p:pic>
        <p:nvPicPr>
          <p:cNvPr id="10" name="Image 3" descr="/Users/kanishk/Desktop/agent-harness/.claude/worktrees/sleepy-sinoussi-00c73b/presentation/assets/qr/qr_linked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103120"/>
            <a:ext cx="1143000" cy="1143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0372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LinkedIn</a:t>
            </a:r>
            <a:endParaRPr lang="en-US" sz="1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E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Every experiment, in detail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Protocol · repo map · implementation · EXP-001 → 004 in full · cost model · references.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WE KEEP IT HONEST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Every experiment is a traceable run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Hypothesis + assumptions first — stated before any code is written.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run writes experiments/runs/EXP-NNN__slug__&lt;UTC&gt;/ with: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manifest.yaml (config + git sha + deps) · prompts.jsonl (every LLM call) · results.csv · figures/ · README.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Figures in publication style (figstyle.py); rate-limited + cached so reruns are free.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Seed everything; guard loops; fail soft per cell; a watchdog kills any hung call.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TO READ THIS REPO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What's in the project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8046720" cy="2468880"/>
          </a:xfrm>
          <a:prstGeom prst="rect">
            <a:avLst/>
          </a:prstGeom>
          <a:solidFill>
            <a:srgbClr val="F4F2F8"/>
          </a:solidFill>
          <a:ln w="12700">
            <a:solidFill>
              <a:srgbClr val="D4C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4592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agent-harness/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harness/        the teaching harness: the loop + ContextManager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experiments/    the research: bench/ + applied/ (FRAMES, LoCoMo)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applied/     runner · policies · agent · embed · judge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runs/        one folder per run: manifest + prompts + results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docs/research-track/   curriculum · paper · literature · protocol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presentation/   this deck + Founsi brand + figures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tests/          offline tests (no API key needed)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at harness/loop.py (the agent loop), then experiments/applied/policies.py (the seven arms).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·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compaction loop, and the one hard constraint.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sources in sequence; when _toks(window) &gt; budget, compact under the policy and continue.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_safe_split: never cut a tool-call from its result — split on a safe boundary or skip.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policy is a small class: compact(old, llm, store) -&gt; (block, usage); .retrieves flag.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Reasoning models: strip &lt;think&gt;…&lt;/think&gt; before judging; raise the watchdog for long calls.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LoCoMo flow: compact a conversation once, answer many questions — read_and_compact + answer_from_window.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EXP-001 · COMPACTION-BAKEOFF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Hypothesis, method, threats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15727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 a fixed budget, summary-based compaction preserves more needle-facts per token than truncation; a budget B* trades fact-loss against lost-in-the-middle.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Method: seeded needle-bearing transcript → compact under each policy → probe recall of planted facts.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Metric: needle recall per token — objective, no LLM-judge needed at this layer.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Threats: synthetic data + simulated agent; recall is a proxy; 8B under-reads; crude heuristics.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EXP-001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Truncation is the floor; summaries win at a cost.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</a:t>
            </a:r>
            <a:endParaRPr lang="en-US" sz="900" dirty="0"/>
          </a:p>
        </p:txBody>
      </p:sp>
      <p:pic>
        <p:nvPicPr>
          <p:cNvPr id="7" name="Image 1" descr="/Users/kanishk/Desktop/agent-harness/.claude/worktrees/sleepy-sinoussi-00c73b/presentation/figures/EXP-001_pareto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32826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6459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Upper-left wins: more recall per token.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Truncate is the floor.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 policies preserve 2-3x more.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 best at B*=1000 (8B).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EXP-002 · LENGTH-DEGRADATION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Does compaction beat raw context? Yes.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</a:t>
            </a:r>
            <a:endParaRPr lang="en-US" sz="900" dirty="0"/>
          </a:p>
        </p:txBody>
      </p:sp>
      <p:pic>
        <p:nvPicPr>
          <p:cNvPr id="7" name="Image 1" descr="/Users/kanishk/Desktop/agent-harness/.claude/worktrees/sleepy-sinoussi-00c73b/presentation/figures/EXP-002_recall_vs_length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33284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55448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Baseline collapses with length: 0.62 → 0.12 by 32 sources.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Summary compaction holds flat near 0.58.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Crossover ~16 sources: compaction goes from tied to decisively better.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Truncate is the floor (0.08).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EXP-003A/B · APPLIED FRAMES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metric flip, and the bake-off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37</a:t>
            </a:r>
            <a:endParaRPr lang="en-US" sz="900" dirty="0"/>
          </a:p>
        </p:txBody>
      </p:sp>
      <p:pic>
        <p:nvPicPr>
          <p:cNvPr id="7" name="Image 1" descr="/Users/kanishk/Desktop/agent-harness/.claude/worktrees/sleepy-sinoussi-00c73b/presentation/figures/EXP-003a_pareto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32826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55448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EXP-003a: substring scoring made the hybrid look worst (0.21); the judge flipped it to best (0.62).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low pressure all arms cluster ~0.6 — compaction barely fires.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EXP-003b: high pressure separates 7 arms; recency dominated by truncate; sub-agent a cost trap.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EXP-003C · THE MODEL AXIS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FRAMES, 8B / 70B / reasoning (n=30)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926080" y="15544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8B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23360" y="15544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70B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120640" y="15544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reason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20116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truncate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26080" y="20116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0.37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23360" y="20116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0.27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120640" y="20116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0.40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24688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externalize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26080" y="24688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0.40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023360" y="24688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20640" y="24688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0.67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29260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importance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926080" y="29260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023360" y="29260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0.60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120640" y="29260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0.70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33832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926080" y="33832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0.57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023360" y="33832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20640" y="33832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0.63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02920" y="3813048"/>
            <a:ext cx="5852160" cy="457200"/>
          </a:xfrm>
          <a:prstGeom prst="rect">
            <a:avLst/>
          </a:prstGeom>
          <a:solidFill>
            <a:srgbClr val="EFEBFF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38404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reversible_hybrid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926080" y="38404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0.47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023360" y="38404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0.67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120640" y="38404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0.70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Reasoning tier: fast 8B summarizer for compaction (the reasoning model self-summarized too slowly); it only answers.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EXP-004 · CROSS-DOMAIN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FRAMES vs LoCoMo, and the LoCoMo model axis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</a:t>
            </a:r>
            <a:endParaRPr lang="en-US" sz="900" dirty="0"/>
          </a:p>
        </p:txBody>
      </p:sp>
      <p:pic>
        <p:nvPicPr>
          <p:cNvPr id="7" name="Image 1" descr="/Users/kanishk/Desktop/agent-harness/.claude/worktrees/sleepy-sinoussi-00c73b/presentation/figures/EXP-004_transfer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160520" cy="2852928"/>
          </a:xfrm>
          <a:prstGeom prst="rect">
            <a:avLst/>
          </a:prstGeom>
        </p:spPr>
      </p:pic>
      <p:pic>
        <p:nvPicPr>
          <p:cNvPr id="8" name="Image 2" descr="/Users/kanishk/Desktop/agent-harness/.claude/worktrees/sleepy-sinoussi-00c73b/presentation/figures/EXP-004_modelaxis_v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71600"/>
            <a:ext cx="3657600" cy="2505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Left: the ranking inverts across domains. Right: on LoCoMo capability doesn't rescue summarization. The hybrid is top-group in all four cells.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· COST &amp;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a full study would cost, and what we used.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 on the free NVIDIA NIM API — $0; the response cache makes re-runs free.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full 824-question x 7-arm x 10-model study on paid OpenRouter (2026 models) ≈ $140 (4 arms) to ~$1,560 (all arms, 2 frontier).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 catalog considered: Llama 4 / 3.3, GPT-5.x, Claude 4.x, Gemini 3.x, DeepSeek V4, Qwen3.5, Kimi K2.6, GLM 5.1, Nemotron 3.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Models used: Llama 3.1 8B, Llama 3.3 70B, Nemotron 30B-A3B (reasoning); judge = Llama 3.3 70B, fixed.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literature this stands on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Lost in the Middle, Liu et al., arXiv:2307.03172.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RULER 2404.06654 · HELMET 2410.02694 · NoLiMa 2502.05167.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MemGPT 2310.08560 · Mem0 2504.19413 · ACON 2510.00615.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Judging LLM-as-a-Judge, Zheng et al., 2306.05685.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FRAMES 2409.12941 · LoCoMo 2402.17753 · RAG (Lewis) 2005.11401.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Inside the Harness</dc:title>
  <dc:subject>PptxGenJS Presentation</dc:subject>
  <dc:creator>Kanishk Patel</dc:creator>
  <cp:lastModifiedBy>Kanishk Patel</cp:lastModifiedBy>
  <cp:revision>1</cp:revision>
  <dcterms:created xsi:type="dcterms:W3CDTF">2026-06-22T15:13:21Z</dcterms:created>
  <dcterms:modified xsi:type="dcterms:W3CDTF">2026-06-22T15:13:21Z</dcterms:modified>
</cp:coreProperties>
</file>