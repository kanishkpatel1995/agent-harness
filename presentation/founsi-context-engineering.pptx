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2194560" cy="34884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4173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AI TINKERERS · CALGARY · JUNE 23, 2026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1783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 Engineering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548640" y="2606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Inside the Harness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4864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Keeping a long-running agent from falling apart.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548640" y="42976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Kanishk Patel</a:t>
            </a:r>
            <a:pPr indent="0" marL="0">
              <a:buNone/>
            </a:pPr>
            <a:r>
              <a:rPr lang="en-US" sz="12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  ·   Founsi AI   ·   Learn Agentic 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IT 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 engineering, defined.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087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Deciding what the model sees on every turn.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548640" y="214884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is stateless. Each turn, the harness hands it one list of messages — and that list IS the agent's entire mind for that turn.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Prompt engineering writes the instruction. Context engineering manages the whole working set: what to keep, summarize, externalize, and drop.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It's the difference between an agent that runs for 5 steps and one that runs for 50.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Brilliant at 5 steps. Dead at 50.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91640"/>
            <a:ext cx="46634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Cost scales — you re-send the whole history every single turn.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Latency scales — time-to-first-token grows with prompt length.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Attention dilutes — the model gets lost in the middle.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Then it dies — drifts, repeats, forgets the goal, hits the hard limit.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760720" y="2011680"/>
            <a:ext cx="2743200" cy="502920"/>
          </a:xfrm>
          <a:prstGeom prst="rect">
            <a:avLst/>
          </a:prstGeom>
          <a:solidFill>
            <a:srgbClr val="F7C1C1"/>
          </a:solidFill>
          <a:ln/>
        </p:spPr>
      </p:sp>
      <p:sp>
        <p:nvSpPr>
          <p:cNvPr id="9" name="Text 6"/>
          <p:cNvSpPr/>
          <p:nvPr/>
        </p:nvSpPr>
        <p:spPr>
          <a:xfrm>
            <a:off x="5760720" y="201168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32D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context_length_exceeded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760720" y="26060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 51 →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REFRAME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731520" y="169164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context window is a </a:t>
            </a:r>
            <a:pPr algn="ctr" indent="0" marL="0">
              <a:buNone/>
            </a:pPr>
            <a:r>
              <a:rPr lang="en-US" sz="33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budget</a:t>
            </a:r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,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not a </a:t>
            </a:r>
            <a:pPr algn="ctr" indent="0" marL="0">
              <a:buNone/>
            </a:pPr>
            <a:r>
              <a:rPr lang="en-US" sz="3300" b="1" i="1" dirty="0">
                <a:solidFill>
                  <a:srgbClr val="655E74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backpack</a:t>
            </a:r>
            <a:pPr algn="ctr" indent="0" marL="0">
              <a:buNone/>
            </a:pPr>
            <a:r>
              <a:rPr lang="en-US" sz="3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280160" y="342900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bigger window raises the ceiling, not the curve. Engineer the working set and keep it roughly constant — no matter how long the run.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EXISTS · THE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Everyone is fighting the window.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6002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Anthropic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names the moves — compaction, structured note-taking, “context rot.”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03704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203704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Cognition (Devin)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“context engineering is the #1 job”; don't fragment it across agents.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807208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07208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· LlamaIndex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memory abstractions — summary buffers, vector memory.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410712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10712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· Letta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treat the window like RAM; page facts to an external store.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4014216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014216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RAG (Lewis, 2020)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retrieve from a store instead of stuffing the prompt.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GAP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Everyone compacts. Nobody measured which way is best.</a:t>
            </a:r>
            <a:endParaRPr lang="en-US" sz="2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Prior work compresses a static prompt or RAG passages — to cut latency.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policy that ships in real agents — “summarize the stale middle” — is applied to an evolving transcript, and is essentially unmeasured against its alternatives.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Which way of forgetting preserves the most facts per token? That's the open question.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 I built a harness to measure 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I'M BUILDING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loop is trivial. The harness is the point.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6002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Pin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goal + system prompt — never dropped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03704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203704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oversized tool outputs before they enter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807208"/>
            <a:ext cx="91440" cy="475488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807208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the stale middle, drop the raw turns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410712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410712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findings live in a file, not the window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4014216"/>
            <a:ext cx="91440" cy="4754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4014216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hard limits on steps / tokens / dollars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is a commodity you rent. These five moves are the part you build.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HEART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Compact: summarize the middle, drop the raw turns.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Over budget? Replace the stale middle with one dense summary; throw the raw turns away.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Why the middle? It's the low-attention zone anyway — lost in the middle.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gotcha: never split a tool-call from its result — real APIs reject that transcript.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Lossy on purpose — safe only because findings were externalized to disk.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830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LIVE DEMO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6974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Watch the context bar grow, cross the threshold, COMPACT, snap back — and keep going.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48640" y="3337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37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run.py     ·     cat run/notes.md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ZERO TO ONE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compaction bake-off.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3657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Four ways of forgetting: truncate · recency · importance · semantic.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Plant checkable “needle” facts in the sources; count how many survive each policy.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Metric: needle recall per token — objective, no LLM-judge.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Free NVIDIA models, every prompt + result saved. Reproducible.</a:t>
            </a:r>
            <a:endParaRPr lang="en-US" sz="1500" dirty="0"/>
          </a:p>
        </p:txBody>
      </p:sp>
      <p:pic>
        <p:nvPicPr>
          <p:cNvPr id="8" name="Image 1" descr="/Users/kanishk/Desktop/agent-harness/.claude/worktrees/sleepy-sinoussi-00c73b/presentation/figures/EXP-001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371600"/>
            <a:ext cx="4480560" cy="30358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EARLY 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Truncation is the floor. Summaries win — at a cost.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recall_by_policy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Truncate: cheapest, loses most.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policies preserve ~2-3x more facts.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 edges it at B*=1000 (8b dev).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70b confirmation is running next.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model is a commodity you </a:t>
            </a:r>
            <a:pPr algn="ctr" indent="0" marL="0">
              <a:buNone/>
            </a:pPr>
            <a:r>
              <a:rPr lang="en-US" sz="3000" b="1" i="1" dirty="0">
                <a:solidFill>
                  <a:srgbClr val="CADCFC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rent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233172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harness is the part you </a:t>
            </a:r>
            <a:pPr algn="ctr" indent="0" marL="0">
              <a:buNone/>
            </a:pPr>
            <a:r>
              <a:rPr lang="en-US" sz="30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build</a:t>
            </a:r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3000" dirty="0"/>
          </a:p>
        </p:txBody>
      </p:sp>
      <p:pic>
        <p:nvPicPr>
          <p:cNvPr id="4" name="Image 0" descr="/Users/kanishk/Desktop/agent-harness/.claude/worktrees/sleepy-sinoussi-00c73b/presentation/assets/qr/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3246120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703320" y="42976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Clone the repo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2560320" y="43708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github.com/kanishkpatel1995/agent-harness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APPENDIX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148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whole project, and every experiment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What's in the repo · the protocol · EXP-001 results · EXP-002 plan · roadmap.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TO READ THIS REPO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What's in the project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08760"/>
            <a:ext cx="8046720" cy="246888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645920"/>
            <a:ext cx="7772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agent-harness/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harness/        the teaching harness: the loop + ContextManager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experiments/    the research: compaction bake-off (bench/ pkg)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bench/       config · policies · window · runner · analyze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runs/        one folder per run: manifest + prompts + results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docs/research-track/   curriculum · paper · literature · protocol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presentation/   this deck + Founsi brand + figures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tests/          11 offline tests (no API key needed)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at harness/loop.py (the agent loop), then harness/context.py (the heart).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WE KEEP IT HONEST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 experiment is a traceable run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Hypothesis + assumptions first — stated before any code is written.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Each run writes experiments/runs/EXP-NNN__slug__&lt;UTC&gt;/ with: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manifest.yaml (config + git sha + deps) · prompts.jsonl (every LLM call) · results.csv · figures/ · README.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Figures in publication style (figstyle.py); rate-limited + cached so reruns are free.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bar: a stranger can clone the repo and reproduce the figure.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COMPACTION-BAKEOFF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Hypothesis &amp; assumptions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3716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Hypothesis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16459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Under a fixed token budget, summary-based compaction (recency / importance / semantic) preserves more needle-facts per token than truncation, and a budget B* trades fact-loss against lost-in-the-middle.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4688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Assumptions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274320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Needle-fact recall is a valid proxy for task-relevant information retention.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approx_tokens (~4 chars/token) is acceptable for budget gating.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summarizer model is held fixed across policies within a run.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Coined needle tokens are recoverable only from context, not model priors.</a:t>
            </a:r>
            <a:endParaRPr lang="en-US" sz="12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Synthetic transcripts approximate real agent compaction dynamics.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METHOD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Mode A — the controlled probe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Build a needle-bearing transcript (deterministic, seeded) up to run-length L.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 it under budget B with each policy — the real model writes the summaries.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Probe: ask the model to recover the planted facts from the compacted window.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Two metrics — fidelity (literal survival, scores the policy) vs probe (model recall@length).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8b dev model on free NVIDIA NIM; paced + backed-off + cached; every prompt saved.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Quality vs cost by policy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pareto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Upper-left wins: more recall per token.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is the floor.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policies cluster higher.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 best at B*=1000 (8b).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Needle recall by policy &amp; budget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19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recall_by_policy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Recall as a fraction (poolable across needle counts).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Error bars = sd across seeds (honest now).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 is tail-bound at small budgets.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No-compaction baseline &amp; the wall</a:t>
            </a:r>
            <a:endParaRPr lang="en-US" sz="2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</a:t>
            </a:r>
            <a:endParaRPr lang="en-US" sz="900" dirty="0"/>
          </a:p>
        </p:txBody>
      </p:sp>
      <p:pic>
        <p:nvPicPr>
          <p:cNvPr id="7" name="Image 1" descr="/Users/kanishk/Desktop/agent-harness/.claude/worktrees/sleepy-sinoussi-00c73b/presentation/figures/EXP-001_baseline_recall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8269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554480"/>
            <a:ext cx="30175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Baseline grows raw context, measures recall vs length.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Exceed the model's max window -&gt; context_overflow: the agent dies.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Compaction is the fix; we measure the deaths it prevents.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EXP-001 · THREATS TO VALIDITY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could make this wrong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Synthetic data + simulated agent — not a live decision-making run (Mode B is next).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Needle recall is a proxy for diffuse understanding; score normalization is a choice.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8b under-reads (weak instruction-following) — final numbers need 70b.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Single task domain; importance/semantic are crude heuristics, not embeddings.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EXP-002 · LENGTH-DEGRADATION (IN PROGRESS)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Does compaction beat raw context?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3716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Hypothesis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164592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As raw context grows, the no-compaction baseline's recall degrades (lost-in-the-middle); fixed-budget compaction holds recall higher at long lengths — the crossover is where compaction becomes net-positive.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48640" y="246888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Design: fast 8b, fixed budget (2000), run-lengths {8, 16, 32, 48} (~3k-21k tokens), 3 seeds.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Expectation: baseline recall drops with length; recency stays flatter; they cross.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Success = a measured crossover point — compaction as recall-positive, not just survival.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WHERE THIS GOES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Roadmap</a:t>
            </a:r>
            <a:endParaRPr lang="en-US" sz="27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EXP-002 — length degradation (running) · EXP-003 — 70b confirmation, the 128k ceiling.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Lost-in-the-middle: recall by needle depth (data already logged).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Real eval datasets (RULER / LongBench / BABILong) via HF datasets.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summary-memory as a baseline arm to beat.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Mode B — the live agent loop. Then the paper.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literature this stands on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45920"/>
            <a:ext cx="804672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Lost in the Middle — Liu et al., arXiv:2307.03172.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RULER — Hsieh et al., 2404.06654 · HELMET — Yen et al., 2410.02694.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— Packer et al., 2310.08560 · LLMLingua — Jiang et al., 2310.05736.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Judging LLM-as-a-Judge — Zheng et al., 2306.05685.</a:t>
            </a:r>
            <a:endParaRPr lang="en-US" sz="13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Effective context engineering for AI agents — Anthropic, 2025.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FIND 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Clone it. Read the write-ups. Say hi.</a:t>
            </a:r>
            <a:endParaRPr lang="en-US" sz="3000" dirty="0"/>
          </a:p>
        </p:txBody>
      </p:sp>
      <p:pic>
        <p:nvPicPr>
          <p:cNvPr id="4" name="Image 0" descr="/Users/kanishk/Desktop/agent-harness/.claude/worktrees/sleepy-sinoussi-00c73b/presentation/assets/qr/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103120"/>
            <a:ext cx="1143000" cy="1143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9436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Repo</a:t>
            </a:r>
            <a:endParaRPr lang="en-US" sz="1100" dirty="0"/>
          </a:p>
        </p:txBody>
      </p:sp>
      <p:pic>
        <p:nvPicPr>
          <p:cNvPr id="6" name="Image 1" descr="/Users/kanishk/Desktop/agent-harness/.claude/worktrees/sleepy-sinoussi-00c73b/presentation/assets/qr/qr_newsle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2103120"/>
            <a:ext cx="1143000" cy="1143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69748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 Agentic AI</a:t>
            </a:r>
            <a:endParaRPr lang="en-US" sz="1100" dirty="0"/>
          </a:p>
        </p:txBody>
      </p:sp>
      <p:pic>
        <p:nvPicPr>
          <p:cNvPr id="8" name="Image 2" descr="/Users/kanishk/Desktop/agent-harness/.claude/worktrees/sleepy-sinoussi-00c73b/presentation/assets/qr/qr_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2103120"/>
            <a:ext cx="1143000" cy="11430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80060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X · @above_almighty</a:t>
            </a:r>
            <a:endParaRPr lang="en-US" sz="1100" dirty="0"/>
          </a:p>
        </p:txBody>
      </p:sp>
      <p:pic>
        <p:nvPicPr>
          <p:cNvPr id="10" name="Image 3" descr="/Users/kanishk/Desktop/agent-harness/.claude/worktrees/sleepy-sinoussi-00c73b/presentation/assets/qr/qr_linked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2103120"/>
            <a:ext cx="1143000" cy="114300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6903720" y="32918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LinkedIn</a:t>
            </a:r>
            <a:endParaRPr lang="en-US" sz="1100" dirty="0"/>
          </a:p>
        </p:txBody>
      </p:sp>
      <p:pic>
        <p:nvPicPr>
          <p:cNvPr id="1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736592"/>
            <a:ext cx="219456" cy="16534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822960" y="469087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100" dirty="0"/>
          </a:p>
        </p:txBody>
      </p:sp>
      <p:sp>
        <p:nvSpPr>
          <p:cNvPr id="14" name="Text 7"/>
          <p:cNvSpPr/>
          <p:nvPr/>
        </p:nvSpPr>
        <p:spPr>
          <a:xfrm>
            <a:off x="8229600" y="469087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Context Engineering Inside the Harness</dc:title>
  <dc:subject>PptxGenJS Presentation</dc:subject>
  <dc:creator>Kanishk Patel</dc:creator>
  <cp:lastModifiedBy>Kanishk Patel</cp:lastModifiedBy>
  <cp:revision>1</cp:revision>
  <dcterms:created xsi:type="dcterms:W3CDTF">2026-06-19T20:51:33Z</dcterms:created>
  <dcterms:modified xsi:type="dcterms:W3CDTF">2026-06-19T20:51:33Z</dcterms:modified>
</cp:coreProperties>
</file>