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 Yes.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3284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No-compaction baseline collapses with length: 0.62 down to 0.12 by 32 sources.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compaction (recency, semantic) holds flat near 0.58.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Crossover around 16 sources: compaction goes from tied to decisively better.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 (0.08). 8b dev; the effect is the lost-in-the-middle escape.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— length degradation (running) · EXP-003 — 70b confirmation, the 128k ceiling.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Lost-in-the-middle: recall by needle depth (data already logged).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eval datasets (RULER / LongBench / BABILong) via HF datasets.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 to beat.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 B — the live agent loop.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—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— Hsieh et al., 2404.06654 · HELMET — Yen et al., 2410.02694.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— Packer et al., 2310.08560 · LLMLingua — Jiang et al., 2310.05736.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 —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Effective context engineering for AI agents — Anthropic, 2025.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2026-06-19T23:23:17Z</dcterms:created>
  <dcterms:modified xsi:type="dcterms:W3CDTF">2026-06-19T23:23:17Z</dcterms:modified>
</cp:coreProperties>
</file>