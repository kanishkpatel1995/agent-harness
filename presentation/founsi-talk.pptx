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keeps a long-running agent alive? A live tour.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</a:t>
            </a:r>
            <a:pPr algn="ctr" indent="0" marL="0">
              <a:buNone/>
            </a:pPr>
            <a:r>
              <a:rPr lang="en-US" sz="34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rented</a:t>
            </a:r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402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</a:t>
            </a:r>
            <a:pPr algn="ctr" indent="0" marL="0">
              <a:buNone/>
            </a:pPr>
            <a:r>
              <a:rPr lang="en-US" sz="34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harness</a:t>
            </a:r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 is the part you build.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32461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And the single most important thing it does is decide what to forget. Get that wrong and the agent drifts, repeats, and dies. Tonight: the code that gets it right, and how the memory systems you already use actually perform.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Three moving parts.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7955280" cy="658368"/>
          </a:xfrm>
          <a:prstGeom prst="roundRect">
            <a:avLst>
              <a:gd name="adj" fmla="val 9722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 loop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perceive → think → act → repeat   (harness/loop.py, ~80 lines)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17720" y="2167128"/>
            <a:ext cx="0" cy="301752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640080" y="2514600"/>
            <a:ext cx="3383280" cy="868680"/>
          </a:xfrm>
          <a:prstGeom prst="roundRect">
            <a:avLst>
              <a:gd name="adj" fmla="val 7368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ContextManager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maybe_compact(): over budget? forget the middle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23360" y="2944368"/>
            <a:ext cx="41148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434840" y="251460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policy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of 7, swappable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37960" y="2944368"/>
            <a:ext cx="36576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6903720" y="251460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raw, retrievable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331720" y="3383280"/>
            <a:ext cx="0" cy="32004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640080" y="3703320"/>
            <a:ext cx="7955280" cy="658368"/>
          </a:xfrm>
          <a:prstGeom prst="roundRect">
            <a:avLst>
              <a:gd name="adj" fmla="val 9722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run → a folder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 · every prompt · results · figures   (judge-scored, reproducible)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CONSTRAINT THAT BITES EVERYONE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Never split a tool-call from its result.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1737360"/>
            <a:ext cx="5303520" cy="1938528"/>
          </a:xfrm>
          <a:prstGeom prst="roundRect">
            <a:avLst>
              <a:gd name="adj" fmla="val 2358"/>
            </a:avLst>
          </a:prstGeom>
          <a:solidFill>
            <a:srgbClr val="2E2C32"/>
          </a:solidFill>
          <a:ln w="12700">
            <a:solidFill>
              <a:srgbClr val="7B5E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28800"/>
            <a:ext cx="51206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_safe_split(body, proposed):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 kept tail can't start on a 'tool' message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= proposed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body[idx].role == 'tool':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idx += 1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idx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309360" y="1828800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Cut the transcript between a call and its result, and a real API rejects the whole thing.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 lines. The difference between an agent that runs and a 400 error.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Trade-off: you can't always cut exactly at the budget line.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Watch it grow, COMPACT, snap back, keep going.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harness.compare "..."     # 7 policies, one needle, who keeps 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Offline. No key. The window forgets; the scratchpad does not.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YOU ARE NOT ALONE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famous memory systems are the same seam.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 summary-buffer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compact. A rolling summary. Literally my 15-line recency.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Chroma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externalize. A vector store behind the same add / retrieve.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Mem0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externalize, but an LLM extracts and dedupes facts first.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/ Letta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pin + externalize. Agent-managed core blocks + an archival DB.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multi-agent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isolate. Sub-agents, each a fresh window.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All points on one map. So I wrapped each behind the same interface and benched it.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AND I MEASURED THEM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defaults are not the right choice.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636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15-line recency  </a:t>
            </a:r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0.45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06240" y="150876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E7A8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vs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663440" y="15636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summary-buffer  </a:t>
            </a:r>
            <a:pPr indent="0" marL="0">
              <a:buNone/>
            </a:pPr>
            <a:r>
              <a:rPr lang="en-US" sz="1600" b="1" dirty="0">
                <a:solidFill>
                  <a:srgbClr val="A32D2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0.35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19659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framework default bought a dependency, not accuracy — and cost more tokens.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2514600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5694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nv-embedqa store  </a:t>
            </a:r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206240" y="251460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E7A8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vs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663440" y="25694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MiniLM (general, local)  </a:t>
            </a:r>
            <a:pPr indent="0" marL="0">
              <a:buNone/>
            </a:pPr>
            <a:r>
              <a:rPr lang="en-US" sz="1600" b="1" dirty="0">
                <a:solidFill>
                  <a:srgbClr val="A32D2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0.35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2971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policy, swap only the embedder: the embedding model alone is +0.15.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3520440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5753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Mem0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distills raw text → deduped facts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2960" y="3977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Trailed storing the raw chunks, and cost an LLM call on every write. Compression lost the needle.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metric that almost fooled 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0.21  →  0.62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Substring scoring made my best policy look like the worst. An LLM judge that credits paraphrase flipped it to best.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eval can quietly invert your conclusion.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agent that froze at 0% CPU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 error. just gone.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Runs hung forever, Python idle, past the library timeout. Fix: a hard wall-clock watchdog on a worker thread (nim.py).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 not trust a library's timeout.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reasoning model that wouldn't shut up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2k–20k token 'summaries'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Asked to compress, it rambled; turning thinking off corrupted it. Fix: a split summarizer (fast model compacts, reasoning model answers).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Reasoning models are bad compactors.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confound I caught the day before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0.67  →  0.53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My 70B headline win shrank once I held the summarizer constant. The win was partly the summarizer, not the answer model.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 your variable, even when it costs the headline.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Making the famous systems actually run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py3.9. torch. input_type.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nv-embedqa needs an input_type the stock client never sends. Torch too old for the GPU embedders. Mem0's vector store would not import on Python 3.9.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Half of 'use the famous system' is making it run at all.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AND SO WHAT?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best way to forget depends on the task.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4_transfer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0876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7 policies, two task types, three model sizes.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ranking INVERTS: summarize for factual, keep-the-raw for memory.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one policy never in the loser group keeps BOTH a summary and the raw.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are bootstrap 95% CIs (FRAMES is still noisy at n=30).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AND SO WHAT?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policy that ships in most agents is weak.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7863840" cy="8686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 summary  </a:t>
            </a:r>
            <a:pPr indent="0" marL="0">
              <a:buNone/>
            </a:pPr>
            <a:r>
              <a:rPr lang="en-US" sz="16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= truncation's accuracy,  </a:t>
            </a:r>
            <a:pPr indent="0" marL="0">
              <a:buNone/>
            </a:pPr>
            <a:r>
              <a:rPr lang="en-US" sz="1800" b="1" dirty="0">
                <a:solidFill>
                  <a:srgbClr val="A32D2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7× the cost.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278892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Summarizing the stale middle bought nothing over just dropping it, under pressure.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isolation: same accuracy as keeping turns, 5× the cost. A trap on this task.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 are cost-normalized negatives that anyone running agents can use today.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 the raw </a:t>
            </a:r>
            <a:pPr algn="ctr" indent="0" marL="0">
              <a:buNone/>
            </a:pPr>
            <a:r>
              <a:rPr lang="en-US" sz="38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retrievable</a:t>
            </a:r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88720" y="2926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principle survives task type, model size, and the OSS systems: forget cheaply in-window, but keep the detail recoverable.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CHECK 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number is a folder you can open.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3736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run: experiments/runs/EXP-NNN__slug__UTC/ — config + git sha, every prompt and response, results.csv, the figure.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Bootstrap CIs + McNemar tests (experiments/stats.py); seeded; rate-limited + cached so re-runs are free.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clones the repo and regenerates any figure. The whole study cost $0 (free NIM API).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DECISIONS.md logs every call we made and every one we changed.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Break it. Tell me I'm wrong.</a:t>
            </a:r>
            <a:endParaRPr lang="en-US" sz="3000" dirty="0"/>
          </a:p>
        </p:txBody>
      </p:sp>
      <p:pic>
        <p:nvPicPr>
          <p:cNvPr id="4" name="Image 0" descr="/Users/kanishk/Desktop/agent-harness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54864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1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Text 8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 (talk)</dc:title>
  <dc:subject>PptxGenJS Presentation</dc:subject>
  <dc:creator>Kanishk Patel</dc:creator>
  <cp:lastModifiedBy>Kanishk Patel</cp:lastModifiedBy>
  <cp:revision>1</cp:revision>
  <dcterms:created xsi:type="dcterms:W3CDTF">2026-06-23T20:57:07Z</dcterms:created>
  <dcterms:modified xsi:type="dcterms:W3CDTF">2026-06-23T20:57:07Z</dcterms:modified>
</cp:coreProperties>
</file>